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5FB3A-19CD-E544-AFD2-3DFAFFF01615}" v="9" dt="2026-04-17T04:29:38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91"/>
  </p:normalViewPr>
  <p:slideViewPr>
    <p:cSldViewPr snapToGrid="0">
      <p:cViewPr varScale="1">
        <p:scale>
          <a:sx n="89" d="100"/>
          <a:sy n="89" d="100"/>
        </p:scale>
        <p:origin x="122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48FFE-4C07-BE4E-A3BF-2BB83E62F1D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A656F-4440-1841-B489-21DCA9496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7A656F-4440-1841-B489-21DCA9496A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9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76704-3EAE-799C-A2EC-A3D34D2A9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4D19D-0ECE-3E8F-E54C-66A6858D3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BAEDD-C893-E780-EE23-1C419141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7043B-B9B9-93AE-0B05-8B7F844D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49670-A5C7-B7D7-F39A-6A2F3B0B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3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4DB6-4B9C-8299-CB34-C0F344F5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B8536-FFBE-8228-95E7-041DCC240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177FB-FA27-60CA-5C01-734D15DB4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7E233-BA70-3FEC-6B05-4253CA88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33CA5-370F-7EA4-84B6-1B3B5859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7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F69A-873C-8BE2-D8A8-5A79F62CC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A0C2B-1395-B8BF-64B6-3E5DB3921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46DBA-D64F-C3EC-874B-392CDAB14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12D6E-5E2C-0725-90D6-4D8AF7FA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9AD3C-5058-276C-C4B2-1BB86840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7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C2F1-9558-873B-01AE-6C9A3D20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EB1CE-2B8B-1B70-BABE-0D65ADCDA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9451C-E4CA-DE29-F9AD-32F0D78A0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019EA-959E-D39C-3C1B-361ABE29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FC18F-E314-1717-B308-ED2E16CD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961E3-D8AC-BC76-7973-CF98274D7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33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246E-8D3A-5CC2-03AE-4AA83AF1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3C1F8-ACE8-48A1-576B-FFC971A15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FE95E-E85F-A5EB-B089-EA7BE894C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281E3-24C0-9E9B-D962-9A622E21CD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E87B2-4644-4CA8-17B3-B3E985A84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02F61-F8D9-2144-DD01-787B16CC7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5D5E5-6858-ED3B-A94F-BA608909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F7A3E-D5A2-5FC1-2305-60BC2336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6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CA95-0ED6-67BA-F259-6B3F5368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3AC30-012E-B00F-1DAC-7B634690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6872D-C5CA-249E-9E86-CA185711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A5A1F-427F-461E-1DA0-EC7BEE773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4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400CA-338B-B5A5-5EA0-27703A55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3B298-958E-F8F7-EE16-E9E5B4116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52923-6567-B913-F5FE-E491BABD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9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510A-1137-6710-2294-5D3D6E81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E65B-2C45-B74B-B03F-CB67B3F19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C0CFF-2DC7-485B-A210-611726C18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02B92-95F5-2DA7-ACB8-DAB45D19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C00A7-9784-D496-A51C-368C061C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CDDD0-B003-765E-89D7-1F9E5887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51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36C0B-2711-6B40-3D72-D9C3D1A3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C444F2-42C6-531C-1978-181438B08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919E5-132E-6926-D664-F389C3AFA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9B71E-309B-0004-1BA4-FEF85C128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12F9D-D136-A978-81CE-34AE9CD4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61D51-186B-9CC8-4E3E-7DE07D92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7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74D9-6BD0-2E53-1B0C-19DB0CC1B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5D8CD-5D26-9897-A537-DFC0F169D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26AE1-FD26-1D35-C302-1BBC6E1EC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D6B37-1508-0C2B-C934-5212876C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ADA3E-5C3B-F96E-5820-7097841D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7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73900-AE0C-F89A-94B4-940B6BC8A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8AFD9-96A1-44E6-F7F5-133AEF65B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AD61E-5E7A-2959-9DB3-A8510DEA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B9DBA-1FC8-16F1-1E44-43559B29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9573D-08D2-DA43-9E0E-A59888EB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8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ABD4A-224A-DECA-C9FA-1A3C085B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15998-48E3-AEF2-E603-535C366B9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9C224-B749-2FC7-F437-CBCA181F9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8D557-C24F-DA4B-9E91-365CC416C33F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F9416-B98C-9127-7A04-27112073C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B9792-DC06-0833-36FB-6A155E751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4CD7B-E070-1C4D-BF33-7778A21E4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0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bliotecaepb.blogspot.com/2020/02/celebracions-do-dia-da-paz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people/girl-with-kittens.jpg.php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rtificial-intelligence-robot-ai-ki-2167835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usiness-code-coding-computer-270360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dailytribute.com/how-to-review-ai-generated-code-changes-with-more-control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E5BE7A-46F5-690F-D9CB-30A50DCD6C3C}"/>
              </a:ext>
            </a:extLst>
          </p:cNvPr>
          <p:cNvSpPr txBox="1"/>
          <p:nvPr/>
        </p:nvSpPr>
        <p:spPr>
          <a:xfrm>
            <a:off x="1266824" y="900113"/>
            <a:ext cx="9886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Automated Code Review and Technical debt Scorer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DDE25-3508-8025-923D-B723076E813B}"/>
              </a:ext>
            </a:extLst>
          </p:cNvPr>
          <p:cNvSpPr txBox="1"/>
          <p:nvPr/>
        </p:nvSpPr>
        <p:spPr>
          <a:xfrm>
            <a:off x="2520550" y="1484888"/>
            <a:ext cx="6865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Smarter Code Reviews. Faster Development. Lower Technical Debt.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FD5F9-455C-49DB-DB68-A46F4260713A}"/>
              </a:ext>
            </a:extLst>
          </p:cNvPr>
          <p:cNvSpPr txBox="1"/>
          <p:nvPr/>
        </p:nvSpPr>
        <p:spPr>
          <a:xfrm>
            <a:off x="5012870" y="2506601"/>
            <a:ext cx="23948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2400" b="1" dirty="0"/>
              <a:t>Tensor 2026</a:t>
            </a:r>
          </a:p>
          <a:p>
            <a:r>
              <a:rPr lang="en-US" sz="2400" b="1" dirty="0"/>
              <a:t>Linking Lions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0BCB3-132F-77FF-AE3C-083D55EC22FB}"/>
              </a:ext>
            </a:extLst>
          </p:cNvPr>
          <p:cNvSpPr txBox="1"/>
          <p:nvPr/>
        </p:nvSpPr>
        <p:spPr>
          <a:xfrm>
            <a:off x="4630631" y="3949377"/>
            <a:ext cx="31593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Team Members </a:t>
            </a:r>
          </a:p>
          <a:p>
            <a:r>
              <a:rPr lang="en-US" sz="2400" dirty="0"/>
              <a:t>         B Ragava Prasath</a:t>
            </a:r>
          </a:p>
          <a:p>
            <a:r>
              <a:rPr lang="en-US" sz="2400" dirty="0"/>
              <a:t>         V Vishwa</a:t>
            </a:r>
          </a:p>
          <a:p>
            <a:r>
              <a:rPr lang="en-US" sz="2400" dirty="0"/>
              <a:t>         G Vijay Vishal</a:t>
            </a:r>
          </a:p>
          <a:p>
            <a:r>
              <a:rPr lang="en-US" sz="2400" dirty="0"/>
              <a:t>         R </a:t>
            </a:r>
            <a:r>
              <a:rPr lang="en-US" sz="2400" dirty="0" err="1"/>
              <a:t>Divyakala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0A6208-FF87-8C16-A049-156156420056}"/>
              </a:ext>
            </a:extLst>
          </p:cNvPr>
          <p:cNvSpPr/>
          <p:nvPr/>
        </p:nvSpPr>
        <p:spPr>
          <a:xfrm>
            <a:off x="4122056" y="3706930"/>
            <a:ext cx="3947887" cy="24238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24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C1E4F9-8EE5-6E7C-6F0B-0114F83FF5A0}"/>
              </a:ext>
            </a:extLst>
          </p:cNvPr>
          <p:cNvSpPr txBox="1"/>
          <p:nvPr/>
        </p:nvSpPr>
        <p:spPr>
          <a:xfrm>
            <a:off x="814388" y="1275415"/>
            <a:ext cx="33641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Problem Statement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2F53A-C092-9ECF-5442-A1262FCCF232}"/>
              </a:ext>
            </a:extLst>
          </p:cNvPr>
          <p:cNvSpPr txBox="1"/>
          <p:nvPr/>
        </p:nvSpPr>
        <p:spPr>
          <a:xfrm>
            <a:off x="814388" y="2563892"/>
            <a:ext cx="7578870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Manual code review takes too much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Poor coding practices increase technical debt.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Teams struggle to track bugs, duplicate code, and complexity.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Existing tools are expensive or difficult for students and startups.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Drawbacks of SonarQube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High Setup Complexity ⚙️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CA0B3D-B588-BA05-3EA2-FCC01A6ED24F}"/>
              </a:ext>
            </a:extLst>
          </p:cNvPr>
          <p:cNvSpPr/>
          <p:nvPr/>
        </p:nvSpPr>
        <p:spPr>
          <a:xfrm>
            <a:off x="573842" y="2337801"/>
            <a:ext cx="10429347" cy="337337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BIBLIOTECA EPB: Celebracións do Día da paz">
            <a:extLst>
              <a:ext uri="{FF2B5EF4-FFF2-40B4-BE49-F238E27FC236}">
                <a16:creationId xmlns:a16="http://schemas.microsoft.com/office/drawing/2014/main" id="{5CA9BCB5-C31E-652B-256D-31C30F66C4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62218"/>
            <a:ext cx="12192000" cy="69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7011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12E173-5796-2B8D-1C86-106DC3983226}"/>
              </a:ext>
            </a:extLst>
          </p:cNvPr>
          <p:cNvSpPr txBox="1"/>
          <p:nvPr/>
        </p:nvSpPr>
        <p:spPr>
          <a:xfrm>
            <a:off x="812800" y="1335314"/>
            <a:ext cx="2310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Our Solution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30CB3-21E5-70BF-FF58-535B4E62F430}"/>
              </a:ext>
            </a:extLst>
          </p:cNvPr>
          <p:cNvSpPr txBox="1"/>
          <p:nvPr/>
        </p:nvSpPr>
        <p:spPr>
          <a:xfrm>
            <a:off x="812800" y="2321811"/>
            <a:ext cx="489435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Reviews code automatically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Detects bugs and code smells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Calculates a technical debt score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Suggests improvements instantly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Shows everything in a simple dashboard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AA181B-C363-937D-6511-92B1FE26EA11}"/>
              </a:ext>
            </a:extLst>
          </p:cNvPr>
          <p:cNvSpPr/>
          <p:nvPr/>
        </p:nvSpPr>
        <p:spPr>
          <a:xfrm>
            <a:off x="696686" y="2075543"/>
            <a:ext cx="8142514" cy="292392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 - Free stock photo - Public Domain photo - CC0 Images">
            <a:extLst>
              <a:ext uri="{FF2B5EF4-FFF2-40B4-BE49-F238E27FC236}">
                <a16:creationId xmlns:a16="http://schemas.microsoft.com/office/drawing/2014/main" id="{DA367C7B-CEBE-D39C-5E45-938448F6FD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1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4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31821C-9BCF-CD12-541B-DCDD90950C53}"/>
              </a:ext>
            </a:extLst>
          </p:cNvPr>
          <p:cNvSpPr txBox="1"/>
          <p:nvPr/>
        </p:nvSpPr>
        <p:spPr>
          <a:xfrm>
            <a:off x="827314" y="1349829"/>
            <a:ext cx="3671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Features &amp; </a:t>
            </a:r>
            <a:r>
              <a:rPr lang="en-US" sz="2800" b="1" dirty="0" err="1"/>
              <a:t>Techstack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60D74-F5F8-58C1-D933-338EA4BF8E97}"/>
              </a:ext>
            </a:extLst>
          </p:cNvPr>
          <p:cNvSpPr txBox="1"/>
          <p:nvPr/>
        </p:nvSpPr>
        <p:spPr>
          <a:xfrm>
            <a:off x="928914" y="2307771"/>
            <a:ext cx="393960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Automated code review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Technical debt scoring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Bug and vulnerability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Duplicate code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Complexity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AI-based recommendations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694A11-C8A3-1BFA-BB65-E3D216B19F90}"/>
              </a:ext>
            </a:extLst>
          </p:cNvPr>
          <p:cNvSpPr/>
          <p:nvPr/>
        </p:nvSpPr>
        <p:spPr>
          <a:xfrm>
            <a:off x="827314" y="2061029"/>
            <a:ext cx="7547429" cy="338606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rtificial Intelligence Robot Ai · Free photo on Pixabay">
            <a:extLst>
              <a:ext uri="{FF2B5EF4-FFF2-40B4-BE49-F238E27FC236}">
                <a16:creationId xmlns:a16="http://schemas.microsoft.com/office/drawing/2014/main" id="{7DD75330-893B-0A96-4A19-23C8A52245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0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74F963-31C6-56F0-98EB-DC918DD3C05C}"/>
              </a:ext>
            </a:extLst>
          </p:cNvPr>
          <p:cNvSpPr txBox="1"/>
          <p:nvPr/>
        </p:nvSpPr>
        <p:spPr>
          <a:xfrm>
            <a:off x="812801" y="1335314"/>
            <a:ext cx="15467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Benefits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F4D0E-162F-DB5B-C56D-371F96E75503}"/>
              </a:ext>
            </a:extLst>
          </p:cNvPr>
          <p:cNvSpPr txBox="1"/>
          <p:nvPr/>
        </p:nvSpPr>
        <p:spPr>
          <a:xfrm>
            <a:off x="972457" y="2321811"/>
            <a:ext cx="468666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Saves developer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Improves code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Reduces bugs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Encourages better coding practices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Reduces long-term maintenance cost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28C26-C05E-448B-FABF-7E68B63A811E}"/>
              </a:ext>
            </a:extLst>
          </p:cNvPr>
          <p:cNvSpPr/>
          <p:nvPr/>
        </p:nvSpPr>
        <p:spPr>
          <a:xfrm>
            <a:off x="812801" y="2061029"/>
            <a:ext cx="7242628" cy="307702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ree stock photo of business, code, coding">
            <a:extLst>
              <a:ext uri="{FF2B5EF4-FFF2-40B4-BE49-F238E27FC236}">
                <a16:creationId xmlns:a16="http://schemas.microsoft.com/office/drawing/2014/main" id="{9F415355-5E23-C146-DA78-418A0C657F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6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601F4B-82C8-5BC2-1AB1-0221F093744E}"/>
              </a:ext>
            </a:extLst>
          </p:cNvPr>
          <p:cNvSpPr txBox="1"/>
          <p:nvPr/>
        </p:nvSpPr>
        <p:spPr>
          <a:xfrm>
            <a:off x="812800" y="1335315"/>
            <a:ext cx="20585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33F34-882D-2AFE-C428-E7A6FBDFE440}"/>
              </a:ext>
            </a:extLst>
          </p:cNvPr>
          <p:cNvSpPr txBox="1"/>
          <p:nvPr/>
        </p:nvSpPr>
        <p:spPr>
          <a:xfrm>
            <a:off x="928914" y="2438400"/>
            <a:ext cx="867859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AI-powered automated code review for faster and smarter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Technical debt scoring system to measure code quality easily.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Real-time detection of bugs, code smells, duplicate code, and complexity.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Simple dashboard with instant suggestions for improving code quality.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08652-F879-5D95-B966-9A7A774B6645}"/>
              </a:ext>
            </a:extLst>
          </p:cNvPr>
          <p:cNvSpPr/>
          <p:nvPr/>
        </p:nvSpPr>
        <p:spPr>
          <a:xfrm>
            <a:off x="812800" y="2104572"/>
            <a:ext cx="10029371" cy="2757714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ow to Review AI-Generated Code Changes with More Control - The Daily ...">
            <a:extLst>
              <a:ext uri="{FF2B5EF4-FFF2-40B4-BE49-F238E27FC236}">
                <a16:creationId xmlns:a16="http://schemas.microsoft.com/office/drawing/2014/main" id="{40E520A7-AD33-B65B-C6EF-7B48AE52DA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37566"/>
            <a:ext cx="12191999" cy="689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77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193</Words>
  <Application>Microsoft Office PowerPoint</Application>
  <PresentationFormat>Widescreen</PresentationFormat>
  <Paragraphs>41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 vishwa</dc:creator>
  <cp:lastModifiedBy>v vishwa</cp:lastModifiedBy>
  <cp:revision>6</cp:revision>
  <dcterms:created xsi:type="dcterms:W3CDTF">2026-04-16T13:55:04Z</dcterms:created>
  <dcterms:modified xsi:type="dcterms:W3CDTF">2026-04-17T04:35:38Z</dcterms:modified>
</cp:coreProperties>
</file>